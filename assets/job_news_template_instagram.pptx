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8229600" cy="109728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" name="Shape 1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280529" y="4588480"/>
            <a:ext cx="7668602" cy="1796102"/>
          </a:xfrm>
          <a:prstGeom prst="rect">
            <a:avLst/>
          </a:prstGeom>
        </p:spPr>
        <p:txBody>
          <a:bodyPr anchor="ctr"/>
          <a:lstStyle>
            <a:lvl1pPr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xfrm>
            <a:off x="280529" y="949387"/>
            <a:ext cx="7668602" cy="1221902"/>
          </a:xfrm>
          <a:prstGeom prst="rect">
            <a:avLst/>
          </a:prstGeom>
        </p:spPr>
        <p:txBody>
          <a:bodyPr anchor="t"/>
          <a:lstStyle>
            <a:lvl1pPr algn="l">
              <a:defRPr sz="2800"/>
            </a:lvl1pPr>
          </a:lstStyle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xfrm>
            <a:off x="280529" y="2458611"/>
            <a:ext cx="7668602" cy="7288502"/>
          </a:xfrm>
          <a:prstGeom prst="rect">
            <a:avLst/>
          </a:prstGeom>
        </p:spPr>
        <p:txBody>
          <a:bodyPr/>
          <a:lstStyle>
            <a:lvl1pPr marL="457200" indent="-342900" algn="l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●"/>
              <a:defRPr sz="1800"/>
            </a:lvl1pPr>
            <a:lvl2pPr marL="1005114" indent="-408213" algn="l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○"/>
              <a:defRPr sz="1800"/>
            </a:lvl2pPr>
            <a:lvl3pPr marL="1462314" indent="-408214" algn="l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■"/>
              <a:defRPr sz="1800"/>
            </a:lvl3pPr>
            <a:lvl4pPr marL="1919514" indent="-408214" algn="l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●"/>
              <a:defRPr sz="1800"/>
            </a:lvl4pPr>
            <a:lvl5pPr marL="2376714" indent="-408214" algn="l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○"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xfrm>
            <a:off x="280529" y="949387"/>
            <a:ext cx="7668602" cy="1221902"/>
          </a:xfrm>
          <a:prstGeom prst="rect">
            <a:avLst/>
          </a:prstGeom>
        </p:spPr>
        <p:txBody>
          <a:bodyPr anchor="t"/>
          <a:lstStyle>
            <a:lvl1pPr algn="l">
              <a:defRPr sz="2800"/>
            </a:lvl1pPr>
          </a:lstStyle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280529" y="2458611"/>
            <a:ext cx="3600002" cy="7288502"/>
          </a:xfrm>
          <a:prstGeom prst="rect">
            <a:avLst/>
          </a:prstGeom>
        </p:spPr>
        <p:txBody>
          <a:bodyPr/>
          <a:lstStyle>
            <a:lvl1pPr marL="457200" indent="-317500" algn="l">
              <a:lnSpc>
                <a:spcPct val="115000"/>
              </a:lnSpc>
              <a:buClr>
                <a:srgbClr val="585858"/>
              </a:buClr>
              <a:buSzPts val="1400"/>
              <a:buFont typeface="Arial"/>
              <a:buChar char="●"/>
              <a:defRPr sz="1400"/>
            </a:lvl1pPr>
            <a:lvl2pPr marL="965200" indent="-355600" algn="l">
              <a:lnSpc>
                <a:spcPct val="115000"/>
              </a:lnSpc>
              <a:buClr>
                <a:srgbClr val="585858"/>
              </a:buClr>
              <a:buSzPts val="1400"/>
              <a:buFont typeface="Arial"/>
              <a:buChar char="○"/>
              <a:defRPr sz="1400"/>
            </a:lvl2pPr>
            <a:lvl3pPr marL="1422400" indent="-355600" algn="l">
              <a:lnSpc>
                <a:spcPct val="115000"/>
              </a:lnSpc>
              <a:buClr>
                <a:srgbClr val="585858"/>
              </a:buClr>
              <a:buSzPts val="1400"/>
              <a:buFont typeface="Arial"/>
              <a:buChar char="■"/>
              <a:defRPr sz="1400"/>
            </a:lvl3pPr>
            <a:lvl4pPr marL="1879600" indent="-355600" algn="l">
              <a:lnSpc>
                <a:spcPct val="115000"/>
              </a:lnSpc>
              <a:buClr>
                <a:srgbClr val="585858"/>
              </a:buClr>
              <a:buSzPts val="1400"/>
              <a:buFont typeface="Arial"/>
              <a:buChar char="●"/>
              <a:defRPr sz="1400"/>
            </a:lvl4pPr>
            <a:lvl5pPr marL="2336800" indent="-355600" algn="l">
              <a:lnSpc>
                <a:spcPct val="115000"/>
              </a:lnSpc>
              <a:buClr>
                <a:srgbClr val="585858"/>
              </a:buClr>
              <a:buSzPts val="1400"/>
              <a:buFont typeface="Arial"/>
              <a:buChar char="○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349160" y="2458612"/>
            <a:ext cx="3600002" cy="72885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280529" y="949387"/>
            <a:ext cx="7668602" cy="1221902"/>
          </a:xfrm>
          <a:prstGeom prst="rect">
            <a:avLst/>
          </a:prstGeom>
        </p:spPr>
        <p:txBody>
          <a:bodyPr anchor="t"/>
          <a:lstStyle>
            <a:lvl1pPr algn="l">
              <a:defRPr sz="2800"/>
            </a:lvl1pPr>
          </a:lstStyle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280529" y="1185279"/>
            <a:ext cx="2527202" cy="1612202"/>
          </a:xfrm>
          <a:prstGeom prst="rect">
            <a:avLst/>
          </a:prstGeom>
        </p:spPr>
        <p:txBody>
          <a:bodyPr/>
          <a:lstStyle>
            <a:lvl1pPr algn="l"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280529" y="2964478"/>
            <a:ext cx="2527202" cy="6782702"/>
          </a:xfrm>
          <a:prstGeom prst="rect">
            <a:avLst/>
          </a:prstGeom>
        </p:spPr>
        <p:txBody>
          <a:bodyPr/>
          <a:lstStyle>
            <a:lvl1pPr marL="457200" indent="-304800" algn="l">
              <a:lnSpc>
                <a:spcPct val="115000"/>
              </a:lnSpc>
              <a:buClr>
                <a:srgbClr val="585858"/>
              </a:buClr>
              <a:buSzPts val="1200"/>
              <a:buFont typeface="Arial"/>
              <a:buChar char="●"/>
              <a:defRPr sz="1200"/>
            </a:lvl1pPr>
            <a:lvl2pPr marL="914400" indent="-304800" algn="l">
              <a:lnSpc>
                <a:spcPct val="115000"/>
              </a:lnSpc>
              <a:buClr>
                <a:srgbClr val="585858"/>
              </a:buClr>
              <a:buSzPts val="1200"/>
              <a:buFont typeface="Arial"/>
              <a:buChar char="○"/>
              <a:defRPr sz="1200"/>
            </a:lvl2pPr>
            <a:lvl3pPr marL="1371600" indent="-304800" algn="l">
              <a:lnSpc>
                <a:spcPct val="115000"/>
              </a:lnSpc>
              <a:buClr>
                <a:srgbClr val="585858"/>
              </a:buClr>
              <a:buSzPts val="1200"/>
              <a:buFont typeface="Arial"/>
              <a:buChar char="■"/>
              <a:defRPr sz="1200"/>
            </a:lvl3pPr>
            <a:lvl4pPr marL="1828800" indent="-304800" algn="l">
              <a:lnSpc>
                <a:spcPct val="115000"/>
              </a:lnSpc>
              <a:buClr>
                <a:srgbClr val="585858"/>
              </a:buClr>
              <a:buSzPts val="1200"/>
              <a:buFont typeface="Arial"/>
              <a:buChar char="●"/>
              <a:defRPr sz="1200"/>
            </a:lvl4pPr>
            <a:lvl5pPr marL="2286000" indent="-304800" algn="l">
              <a:lnSpc>
                <a:spcPct val="115000"/>
              </a:lnSpc>
              <a:buClr>
                <a:srgbClr val="585858"/>
              </a:buClr>
              <a:buSzPts val="1200"/>
              <a:buFont typeface="Arial"/>
              <a:buChar char="○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41225" y="960318"/>
            <a:ext cx="5730901" cy="8727002"/>
          </a:xfrm>
          <a:prstGeom prst="rect">
            <a:avLst/>
          </a:prstGeom>
        </p:spPr>
        <p:txBody>
          <a:bodyPr anchor="ctr"/>
          <a:lstStyle>
            <a:lvl1pPr algn="l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114800" y="-267"/>
            <a:ext cx="4114800" cy="109728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38949" y="2630771"/>
            <a:ext cx="3640802" cy="3162302"/>
          </a:xfrm>
          <a:prstGeom prst="rect">
            <a:avLst/>
          </a:prstGeom>
        </p:spPr>
        <p:txBody>
          <a:bodyPr/>
          <a:lstStyle>
            <a:lvl1pPr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38949" y="5979893"/>
            <a:ext cx="3640802" cy="263490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2100"/>
            </a:lvl2pPr>
            <a:lvl3pPr>
              <a:defRPr sz="2100"/>
            </a:lvl3pPr>
            <a:lvl4pPr>
              <a:defRPr sz="2100"/>
            </a:lvl4pPr>
            <a:lvl5pPr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445549" y="1544692"/>
            <a:ext cx="3453303" cy="78828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280529" y="9025225"/>
            <a:ext cx="5398802" cy="1290902"/>
          </a:xfrm>
          <a:prstGeom prst="rect">
            <a:avLst/>
          </a:prstGeom>
        </p:spPr>
        <p:txBody>
          <a:bodyPr anchor="ctr"/>
          <a:lstStyle>
            <a:lvl1pPr marL="0" indent="228600" algn="l">
              <a:defRPr sz="1800"/>
            </a:lvl1pPr>
            <a:lvl2pPr marL="1005114" indent="-408213" algn="l">
              <a:buSzPts val="1800"/>
              <a:buChar char="○"/>
              <a:defRPr sz="1800"/>
            </a:lvl2pPr>
            <a:lvl3pPr marL="1462314" indent="-408214" algn="l">
              <a:buSzPts val="1800"/>
              <a:buChar char="■"/>
              <a:defRPr sz="1800"/>
            </a:lvl3pPr>
            <a:lvl4pPr marL="1919514" indent="-408214" algn="l">
              <a:buSzPts val="1800"/>
              <a:buChar char="●"/>
              <a:defRPr sz="1800"/>
            </a:lvl4pPr>
            <a:lvl5pPr marL="2376714" indent="-408214" algn="l">
              <a:buSzPts val="1800"/>
              <a:buChar char="○"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280529" y="2359733"/>
            <a:ext cx="7668602" cy="4188901"/>
          </a:xfrm>
          <a:prstGeom prst="rect">
            <a:avLst/>
          </a:prstGeom>
        </p:spPr>
        <p:txBody>
          <a:bodyPr/>
          <a:lstStyle>
            <a:lvl1pPr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280529" y="6724746"/>
            <a:ext cx="7668602" cy="2775302"/>
          </a:xfrm>
          <a:prstGeom prst="rect">
            <a:avLst/>
          </a:prstGeom>
        </p:spPr>
        <p:txBody>
          <a:bodyPr/>
          <a:lstStyle>
            <a:lvl1pPr marL="457200" indent="-342900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●"/>
              <a:defRPr sz="1800"/>
            </a:lvl1pPr>
            <a:lvl2pPr marL="1005114" indent="-408213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○"/>
              <a:defRPr sz="1800"/>
            </a:lvl2pPr>
            <a:lvl3pPr marL="1462314" indent="-408214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■"/>
              <a:defRPr sz="1800"/>
            </a:lvl3pPr>
            <a:lvl4pPr marL="1919514" indent="-408214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●"/>
              <a:defRPr sz="1800"/>
            </a:lvl4pPr>
            <a:lvl5pPr marL="2376714" indent="-408214">
              <a:lnSpc>
                <a:spcPct val="115000"/>
              </a:lnSpc>
              <a:buClr>
                <a:srgbClr val="585858"/>
              </a:buClr>
              <a:buSzPts val="1800"/>
              <a:buFont typeface="Arial"/>
              <a:buChar char="○"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USTOM">
    <p:bg>
      <p:bgPr>
        <a:solidFill>
          <a:srgbClr val="EDE4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51;p13" descr="Google Shape;51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0" y="152400"/>
            <a:ext cx="4665775" cy="1825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Google Shape;52;p13" descr="Google Shape;52;p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39149" y="52752"/>
            <a:ext cx="2690453" cy="1125953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Slide Number"/>
          <p:cNvSpPr txBox="1"/>
          <p:nvPr>
            <p:ph type="sldNum" sz="quarter" idx="2"/>
          </p:nvPr>
        </p:nvSpPr>
        <p:spPr>
          <a:xfrm>
            <a:off x="5561069" y="10010963"/>
            <a:ext cx="336812" cy="318394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280538" y="1588426"/>
            <a:ext cx="7668601" cy="4378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280529" y="6046132"/>
            <a:ext cx="7668602" cy="1690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3" tIns="91423" rIns="91423" bIns="91423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782201" y="10208849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 fontScale="100000" lnSpcReduction="0"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2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228600" marR="0" indent="-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1pPr>
      <a:lvl2pPr marL="228600" marR="0" indent="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2pPr>
      <a:lvl3pPr marL="228600" marR="0" indent="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3pPr>
      <a:lvl4pPr marL="228600" marR="0" indent="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4pPr>
      <a:lvl5pPr marL="228600" marR="0" indent="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5pPr>
      <a:lvl6pPr marL="228600" marR="0" indent="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6pPr>
      <a:lvl7pPr marL="228600" marR="0" indent="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7pPr>
      <a:lvl8pPr marL="228600" marR="0" indent="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8pPr>
      <a:lvl9pPr marL="228600" marR="0" indent="1143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585858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{{COMPANY_NAME}}"/>
          <p:cNvSpPr txBox="1"/>
          <p:nvPr/>
        </p:nvSpPr>
        <p:spPr>
          <a:xfrm>
            <a:off x="265804" y="2483211"/>
            <a:ext cx="7697993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32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{{COMPANY_NAME}}</a:t>
            </a:r>
          </a:p>
        </p:txBody>
      </p:sp>
      <p:sp>
        <p:nvSpPr>
          <p:cNvPr id="119" name="Google Shape;57;p13"/>
          <p:cNvSpPr txBox="1"/>
          <p:nvPr/>
        </p:nvSpPr>
        <p:spPr>
          <a:xfrm>
            <a:off x="605400" y="3763793"/>
            <a:ext cx="7018800" cy="601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b="1" sz="24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Job Opening for</a:t>
            </a:r>
          </a:p>
        </p:txBody>
      </p:sp>
      <p:sp>
        <p:nvSpPr>
          <p:cNvPr id="120" name="Google Shape;58;p13"/>
          <p:cNvSpPr txBox="1"/>
          <p:nvPr/>
        </p:nvSpPr>
        <p:spPr>
          <a:xfrm>
            <a:off x="468600" y="4458698"/>
            <a:ext cx="7292400" cy="576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sz="23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{{POSITION}}</a:t>
            </a:r>
          </a:p>
        </p:txBody>
      </p:sp>
      <p:sp>
        <p:nvSpPr>
          <p:cNvPr id="121" name="Google Shape;57;p13"/>
          <p:cNvSpPr txBox="1"/>
          <p:nvPr/>
        </p:nvSpPr>
        <p:spPr>
          <a:xfrm>
            <a:off x="605400" y="5029713"/>
            <a:ext cx="7018800" cy="601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b="1" sz="24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Experience Required</a:t>
            </a:r>
          </a:p>
        </p:txBody>
      </p:sp>
      <p:sp>
        <p:nvSpPr>
          <p:cNvPr id="122" name="Google Shape;58;p13"/>
          <p:cNvSpPr txBox="1"/>
          <p:nvPr/>
        </p:nvSpPr>
        <p:spPr>
          <a:xfrm>
            <a:off x="468600" y="5724617"/>
            <a:ext cx="7292400" cy="576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sz="23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{{EXPERIENCE}}</a:t>
            </a:r>
          </a:p>
        </p:txBody>
      </p:sp>
      <p:sp>
        <p:nvSpPr>
          <p:cNvPr id="123" name="Google Shape;57;p13"/>
          <p:cNvSpPr txBox="1"/>
          <p:nvPr/>
        </p:nvSpPr>
        <p:spPr>
          <a:xfrm>
            <a:off x="605400" y="6359133"/>
            <a:ext cx="7018800" cy="601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b="1" sz="24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Skills Required</a:t>
            </a:r>
          </a:p>
        </p:txBody>
      </p:sp>
      <p:sp>
        <p:nvSpPr>
          <p:cNvPr id="124" name="Google Shape;58;p13"/>
          <p:cNvSpPr txBox="1"/>
          <p:nvPr/>
        </p:nvSpPr>
        <p:spPr>
          <a:xfrm>
            <a:off x="468600" y="7054038"/>
            <a:ext cx="7292400" cy="576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sz="23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{{SKILLS}}</a:t>
            </a:r>
          </a:p>
        </p:txBody>
      </p:sp>
      <p:sp>
        <p:nvSpPr>
          <p:cNvPr id="125" name="Google Shape;57;p13"/>
          <p:cNvSpPr txBox="1"/>
          <p:nvPr/>
        </p:nvSpPr>
        <p:spPr>
          <a:xfrm>
            <a:off x="605400" y="7736237"/>
            <a:ext cx="7018800" cy="601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b="1" sz="24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Location</a:t>
            </a:r>
          </a:p>
        </p:txBody>
      </p:sp>
      <p:sp>
        <p:nvSpPr>
          <p:cNvPr id="126" name="Google Shape;58;p13"/>
          <p:cNvSpPr txBox="1"/>
          <p:nvPr/>
        </p:nvSpPr>
        <p:spPr>
          <a:xfrm>
            <a:off x="468600" y="8431140"/>
            <a:ext cx="7292400" cy="576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sz="23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{{LOCATION}}</a:t>
            </a:r>
          </a:p>
        </p:txBody>
      </p:sp>
      <p:sp>
        <p:nvSpPr>
          <p:cNvPr id="127" name="Google Shape;57;p13"/>
          <p:cNvSpPr txBox="1"/>
          <p:nvPr/>
        </p:nvSpPr>
        <p:spPr>
          <a:xfrm>
            <a:off x="605400" y="9151440"/>
            <a:ext cx="7018800" cy="601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b="1" sz="24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Job Type</a:t>
            </a:r>
          </a:p>
        </p:txBody>
      </p:sp>
      <p:sp>
        <p:nvSpPr>
          <p:cNvPr id="128" name="Google Shape;58;p13"/>
          <p:cNvSpPr txBox="1"/>
          <p:nvPr/>
        </p:nvSpPr>
        <p:spPr>
          <a:xfrm>
            <a:off x="468600" y="9846345"/>
            <a:ext cx="7292400" cy="576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1" tIns="91421" rIns="91421" bIns="91421" anchor="ctr">
            <a:spAutoFit/>
          </a:bodyPr>
          <a:lstStyle>
            <a:lvl1pPr algn="ctr">
              <a:lnSpc>
                <a:spcPct val="115000"/>
              </a:lnSpc>
              <a:defRPr sz="23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{{JOB_TYPE}}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