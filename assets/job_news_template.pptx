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8229600" cy="14630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8FB"/>
          </a:solidFill>
        </a:fill>
      </a:tcStyle>
    </a:wholeTbl>
    <a:band2H>
      <a:tcTxStyle b="def" i="def"/>
      <a:tcStyle>
        <a:tcBdr/>
        <a:fill>
          <a:solidFill>
            <a:srgbClr val="E8EDF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 b="def" i="def"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 b="def" i="def"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10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9" name="Shape 10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280529" y="6117973"/>
            <a:ext cx="7668602" cy="2394602"/>
          </a:xfrm>
          <a:prstGeom prst="rect">
            <a:avLst/>
          </a:prstGeom>
        </p:spPr>
        <p:txBody>
          <a:bodyPr anchor="ctr"/>
          <a:lstStyle>
            <a:lvl1pPr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/>
          <p:nvPr>
            <p:ph type="title"/>
          </p:nvPr>
        </p:nvSpPr>
        <p:spPr>
          <a:xfrm>
            <a:off x="280529" y="1265848"/>
            <a:ext cx="7668602" cy="1629001"/>
          </a:xfrm>
          <a:prstGeom prst="rect">
            <a:avLst/>
          </a:prstGeom>
        </p:spPr>
        <p:txBody>
          <a:bodyPr anchor="t"/>
          <a:lstStyle>
            <a:lvl1pPr algn="l">
              <a:defRPr sz="2800"/>
            </a:lvl1pPr>
          </a:lstStyle>
          <a:p>
            <a:pPr/>
            <a:r>
              <a:t>Title Text</a:t>
            </a:r>
          </a:p>
        </p:txBody>
      </p:sp>
      <p:sp>
        <p:nvSpPr>
          <p:cNvPr id="29" name="Body Level One…"/>
          <p:cNvSpPr txBox="1"/>
          <p:nvPr>
            <p:ph type="body" idx="1"/>
          </p:nvPr>
        </p:nvSpPr>
        <p:spPr>
          <a:xfrm>
            <a:off x="280529" y="3278151"/>
            <a:ext cx="7668602" cy="9717900"/>
          </a:xfrm>
          <a:prstGeom prst="rect">
            <a:avLst/>
          </a:prstGeom>
        </p:spPr>
        <p:txBody>
          <a:bodyPr/>
          <a:lstStyle>
            <a:lvl1pPr marL="457200" indent="-342900" algn="l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●"/>
              <a:defRPr sz="1800"/>
            </a:lvl1pPr>
            <a:lvl2pPr marL="1005114" indent="-408213" algn="l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○"/>
              <a:defRPr sz="1800"/>
            </a:lvl2pPr>
            <a:lvl3pPr marL="1462314" indent="-408214" algn="l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■"/>
              <a:defRPr sz="1800"/>
            </a:lvl3pPr>
            <a:lvl4pPr marL="1919514" indent="-408214" algn="l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●"/>
              <a:defRPr sz="1800"/>
            </a:lvl4pPr>
            <a:lvl5pPr marL="2376714" indent="-408214" algn="l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○"/>
              <a:defRPr sz="1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/>
          <p:nvPr>
            <p:ph type="title"/>
          </p:nvPr>
        </p:nvSpPr>
        <p:spPr>
          <a:xfrm>
            <a:off x="280529" y="1265848"/>
            <a:ext cx="7668602" cy="1629001"/>
          </a:xfrm>
          <a:prstGeom prst="rect">
            <a:avLst/>
          </a:prstGeom>
        </p:spPr>
        <p:txBody>
          <a:bodyPr anchor="t"/>
          <a:lstStyle>
            <a:lvl1pPr algn="l">
              <a:defRPr sz="2800"/>
            </a:lvl1pPr>
          </a:lstStyle>
          <a:p>
            <a:pPr/>
            <a:r>
              <a:t>Title Text</a:t>
            </a:r>
          </a:p>
        </p:txBody>
      </p:sp>
      <p:sp>
        <p:nvSpPr>
          <p:cNvPr id="38" name="Body Level One…"/>
          <p:cNvSpPr txBox="1"/>
          <p:nvPr>
            <p:ph type="body" sz="half" idx="1"/>
          </p:nvPr>
        </p:nvSpPr>
        <p:spPr>
          <a:xfrm>
            <a:off x="280529" y="3278151"/>
            <a:ext cx="3600002" cy="9717900"/>
          </a:xfrm>
          <a:prstGeom prst="rect">
            <a:avLst/>
          </a:prstGeom>
        </p:spPr>
        <p:txBody>
          <a:bodyPr/>
          <a:lstStyle>
            <a:lvl1pPr marL="457200" indent="-317500" algn="l">
              <a:lnSpc>
                <a:spcPct val="115000"/>
              </a:lnSpc>
              <a:buClr>
                <a:srgbClr val="585858"/>
              </a:buClr>
              <a:buSzPts val="1400"/>
              <a:buFont typeface="Arial"/>
              <a:buChar char="●"/>
              <a:defRPr sz="1400"/>
            </a:lvl1pPr>
            <a:lvl2pPr marL="965200" indent="-355600" algn="l">
              <a:lnSpc>
                <a:spcPct val="115000"/>
              </a:lnSpc>
              <a:buClr>
                <a:srgbClr val="585858"/>
              </a:buClr>
              <a:buSzPts val="1400"/>
              <a:buFont typeface="Arial"/>
              <a:buChar char="○"/>
              <a:defRPr sz="1400"/>
            </a:lvl2pPr>
            <a:lvl3pPr marL="1422400" indent="-355600" algn="l">
              <a:lnSpc>
                <a:spcPct val="115000"/>
              </a:lnSpc>
              <a:buClr>
                <a:srgbClr val="585858"/>
              </a:buClr>
              <a:buSzPts val="1400"/>
              <a:buFont typeface="Arial"/>
              <a:buChar char="■"/>
              <a:defRPr sz="1400"/>
            </a:lvl3pPr>
            <a:lvl4pPr marL="1879600" indent="-355600" algn="l">
              <a:lnSpc>
                <a:spcPct val="115000"/>
              </a:lnSpc>
              <a:buClr>
                <a:srgbClr val="585858"/>
              </a:buClr>
              <a:buSzPts val="1400"/>
              <a:buFont typeface="Arial"/>
              <a:buChar char="●"/>
              <a:defRPr sz="1400"/>
            </a:lvl4pPr>
            <a:lvl5pPr marL="2336800" indent="-355600" algn="l">
              <a:lnSpc>
                <a:spcPct val="115000"/>
              </a:lnSpc>
              <a:buClr>
                <a:srgbClr val="585858"/>
              </a:buClr>
              <a:buSzPts val="1400"/>
              <a:buFont typeface="Arial"/>
              <a:buChar char="○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/>
          <p:nvPr>
            <p:ph type="body" sz="half" idx="21"/>
          </p:nvPr>
        </p:nvSpPr>
        <p:spPr>
          <a:xfrm>
            <a:off x="4349160" y="3278151"/>
            <a:ext cx="3600002" cy="97179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280529" y="1265848"/>
            <a:ext cx="7668602" cy="1629001"/>
          </a:xfrm>
          <a:prstGeom prst="rect">
            <a:avLst/>
          </a:prstGeom>
        </p:spPr>
        <p:txBody>
          <a:bodyPr anchor="t"/>
          <a:lstStyle>
            <a:lvl1pPr algn="l">
              <a:defRPr sz="2800"/>
            </a:lvl1pPr>
          </a:lstStyle>
          <a:p>
            <a:pPr/>
            <a:r>
              <a:t>Title Text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/>
          <p:nvPr>
            <p:ph type="title"/>
          </p:nvPr>
        </p:nvSpPr>
        <p:spPr>
          <a:xfrm>
            <a:off x="280529" y="1580373"/>
            <a:ext cx="2527202" cy="2149501"/>
          </a:xfrm>
          <a:prstGeom prst="rect">
            <a:avLst/>
          </a:prstGeom>
        </p:spPr>
        <p:txBody>
          <a:bodyPr/>
          <a:lstStyle>
            <a:lvl1pPr algn="l"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56" name="Body Level One…"/>
          <p:cNvSpPr txBox="1"/>
          <p:nvPr>
            <p:ph type="body" sz="quarter" idx="1"/>
          </p:nvPr>
        </p:nvSpPr>
        <p:spPr>
          <a:xfrm>
            <a:off x="280529" y="3952640"/>
            <a:ext cx="2527202" cy="9043501"/>
          </a:xfrm>
          <a:prstGeom prst="rect">
            <a:avLst/>
          </a:prstGeom>
        </p:spPr>
        <p:txBody>
          <a:bodyPr/>
          <a:lstStyle>
            <a:lvl1pPr marL="457200" indent="-304800" algn="l">
              <a:lnSpc>
                <a:spcPct val="115000"/>
              </a:lnSpc>
              <a:buClr>
                <a:srgbClr val="585858"/>
              </a:buClr>
              <a:buSzPts val="1200"/>
              <a:buFont typeface="Arial"/>
              <a:buChar char="●"/>
              <a:defRPr sz="1200"/>
            </a:lvl1pPr>
            <a:lvl2pPr marL="914400" indent="-304800" algn="l">
              <a:lnSpc>
                <a:spcPct val="115000"/>
              </a:lnSpc>
              <a:buClr>
                <a:srgbClr val="585858"/>
              </a:buClr>
              <a:buSzPts val="1200"/>
              <a:buFont typeface="Arial"/>
              <a:buChar char="○"/>
              <a:defRPr sz="1200"/>
            </a:lvl2pPr>
            <a:lvl3pPr marL="1371600" indent="-304800" algn="l">
              <a:lnSpc>
                <a:spcPct val="115000"/>
              </a:lnSpc>
              <a:buClr>
                <a:srgbClr val="585858"/>
              </a:buClr>
              <a:buSzPts val="1200"/>
              <a:buFont typeface="Arial"/>
              <a:buChar char="■"/>
              <a:defRPr sz="1200"/>
            </a:lvl3pPr>
            <a:lvl4pPr marL="1828800" indent="-304800" algn="l">
              <a:lnSpc>
                <a:spcPct val="115000"/>
              </a:lnSpc>
              <a:buClr>
                <a:srgbClr val="585858"/>
              </a:buClr>
              <a:buSzPts val="1200"/>
              <a:buFont typeface="Arial"/>
              <a:buChar char="●"/>
              <a:defRPr sz="1200"/>
            </a:lvl4pPr>
            <a:lvl5pPr marL="2286000" indent="-304800" algn="l">
              <a:lnSpc>
                <a:spcPct val="115000"/>
              </a:lnSpc>
              <a:buClr>
                <a:srgbClr val="585858"/>
              </a:buClr>
              <a:buSzPts val="1200"/>
              <a:buFont typeface="Arial"/>
              <a:buChar char="○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/>
          <p:nvPr>
            <p:ph type="title"/>
          </p:nvPr>
        </p:nvSpPr>
        <p:spPr>
          <a:xfrm>
            <a:off x="441225" y="1280426"/>
            <a:ext cx="5730901" cy="11636102"/>
          </a:xfrm>
          <a:prstGeom prst="rect">
            <a:avLst/>
          </a:prstGeom>
        </p:spPr>
        <p:txBody>
          <a:bodyPr anchor="ctr"/>
          <a:lstStyle>
            <a:lvl1pPr algn="l"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114800" y="-357"/>
            <a:ext cx="4114800" cy="14630402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" name="Title Text"/>
          <p:cNvSpPr txBox="1"/>
          <p:nvPr>
            <p:ph type="title"/>
          </p:nvPr>
        </p:nvSpPr>
        <p:spPr>
          <a:xfrm>
            <a:off x="238949" y="3507697"/>
            <a:ext cx="3640802" cy="4216202"/>
          </a:xfrm>
          <a:prstGeom prst="rect">
            <a:avLst/>
          </a:prstGeom>
        </p:spPr>
        <p:txBody>
          <a:bodyPr/>
          <a:lstStyle>
            <a:lvl1pPr>
              <a:defRPr sz="4200"/>
            </a:lvl1pPr>
          </a:lstStyle>
          <a:p>
            <a:pPr/>
            <a:r>
              <a:t>Title Text</a:t>
            </a:r>
          </a:p>
        </p:txBody>
      </p:sp>
      <p:sp>
        <p:nvSpPr>
          <p:cNvPr id="74" name="Body Level One…"/>
          <p:cNvSpPr txBox="1"/>
          <p:nvPr>
            <p:ph type="body" sz="quarter" idx="1"/>
          </p:nvPr>
        </p:nvSpPr>
        <p:spPr>
          <a:xfrm>
            <a:off x="238949" y="7973190"/>
            <a:ext cx="3640802" cy="3513302"/>
          </a:xfrm>
          <a:prstGeom prst="rect">
            <a:avLst/>
          </a:prstGeom>
        </p:spPr>
        <p:txBody>
          <a:bodyPr/>
          <a:lstStyle>
            <a:lvl1pPr>
              <a:defRPr sz="2100"/>
            </a:lvl1pPr>
            <a:lvl2pPr>
              <a:defRPr sz="2100"/>
            </a:lvl2pPr>
            <a:lvl3pPr>
              <a:defRPr sz="2100"/>
            </a:lvl3pPr>
            <a:lvl4pPr>
              <a:defRPr sz="2100"/>
            </a:lvl4pPr>
            <a:lvl5pPr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/>
          <p:nvPr>
            <p:ph type="body" sz="half" idx="21"/>
          </p:nvPr>
        </p:nvSpPr>
        <p:spPr>
          <a:xfrm>
            <a:off x="4445549" y="2059589"/>
            <a:ext cx="3453303" cy="10510503"/>
          </a:xfrm>
          <a:prstGeom prst="rect">
            <a:avLst/>
          </a:prstGeom>
        </p:spPr>
        <p:txBody>
          <a:bodyPr anchor="ctr"/>
          <a:lstStyle/>
          <a:p>
            <a:pPr/>
          </a:p>
        </p:txBody>
      </p:sp>
      <p:sp>
        <p:nvSpPr>
          <p:cNvPr id="7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/>
          <p:nvPr>
            <p:ph type="body" sz="quarter" idx="1"/>
          </p:nvPr>
        </p:nvSpPr>
        <p:spPr>
          <a:xfrm>
            <a:off x="280529" y="12033636"/>
            <a:ext cx="5398802" cy="1721101"/>
          </a:xfrm>
          <a:prstGeom prst="rect">
            <a:avLst/>
          </a:prstGeom>
        </p:spPr>
        <p:txBody>
          <a:bodyPr anchor="ctr"/>
          <a:lstStyle>
            <a:lvl1pPr marL="0" indent="228600" algn="l">
              <a:defRPr sz="1800"/>
            </a:lvl1pPr>
            <a:lvl2pPr marL="1005114" indent="-408213" algn="l">
              <a:buSzPts val="1800"/>
              <a:buChar char="○"/>
              <a:defRPr sz="1800"/>
            </a:lvl2pPr>
            <a:lvl3pPr marL="1462314" indent="-408214" algn="l">
              <a:buSzPts val="1800"/>
              <a:buChar char="■"/>
              <a:defRPr sz="1800"/>
            </a:lvl3pPr>
            <a:lvl4pPr marL="1919514" indent="-408214" algn="l">
              <a:buSzPts val="1800"/>
              <a:buChar char="●"/>
              <a:defRPr sz="1800"/>
            </a:lvl4pPr>
            <a:lvl5pPr marL="2376714" indent="-408214" algn="l">
              <a:buSzPts val="1800"/>
              <a:buChar char="○"/>
              <a:defRPr sz="1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/>
          <p:nvPr>
            <p:ph type="title" hasCustomPrompt="1"/>
          </p:nvPr>
        </p:nvSpPr>
        <p:spPr>
          <a:xfrm>
            <a:off x="280529" y="3146311"/>
            <a:ext cx="7668602" cy="5585102"/>
          </a:xfrm>
          <a:prstGeom prst="rect">
            <a:avLst/>
          </a:prstGeom>
        </p:spPr>
        <p:txBody>
          <a:bodyPr/>
          <a:lstStyle>
            <a:lvl1pPr>
              <a:defRPr sz="12000"/>
            </a:lvl1pPr>
          </a:lstStyle>
          <a:p>
            <a:pPr/>
            <a:r>
              <a:t>xx%</a:t>
            </a:r>
          </a:p>
        </p:txBody>
      </p:sp>
      <p:sp>
        <p:nvSpPr>
          <p:cNvPr id="92" name="Body Level One…"/>
          <p:cNvSpPr txBox="1"/>
          <p:nvPr>
            <p:ph type="body" sz="half" idx="1"/>
          </p:nvPr>
        </p:nvSpPr>
        <p:spPr>
          <a:xfrm>
            <a:off x="280529" y="8966327"/>
            <a:ext cx="7668602" cy="3700202"/>
          </a:xfrm>
          <a:prstGeom prst="rect">
            <a:avLst/>
          </a:prstGeom>
        </p:spPr>
        <p:txBody>
          <a:bodyPr/>
          <a:lstStyle>
            <a:lvl1pPr marL="457200" indent="-342900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●"/>
              <a:defRPr sz="1800"/>
            </a:lvl1pPr>
            <a:lvl2pPr marL="1005114" indent="-408213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○"/>
              <a:defRPr sz="1800"/>
            </a:lvl2pPr>
            <a:lvl3pPr marL="1462314" indent="-408214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■"/>
              <a:defRPr sz="1800"/>
            </a:lvl3pPr>
            <a:lvl4pPr marL="1919514" indent="-408214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●"/>
              <a:defRPr sz="1800"/>
            </a:lvl4pPr>
            <a:lvl5pPr marL="2376714" indent="-408214">
              <a:lnSpc>
                <a:spcPct val="115000"/>
              </a:lnSpc>
              <a:buClr>
                <a:srgbClr val="585858"/>
              </a:buClr>
              <a:buSzPts val="1800"/>
              <a:buFont typeface="Arial"/>
              <a:buChar char="○"/>
              <a:defRPr sz="1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bg>
      <p:bgPr>
        <a:solidFill>
          <a:srgbClr val="EBE3A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21467" y="69045"/>
            <a:ext cx="2884696" cy="1201958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Screenshot 2026-04-23 at 12.59.31 AM.png" descr="Screenshot 2026-04-23 at 12.59.31 A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98400" y="237716"/>
            <a:ext cx="4619110" cy="1808139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280538" y="2117900"/>
            <a:ext cx="7668601" cy="5838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b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280529" y="8061511"/>
            <a:ext cx="7668602" cy="225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7782202" y="13664865"/>
            <a:ext cx="336811" cy="318394"/>
          </a:xfrm>
          <a:prstGeom prst="rect">
            <a:avLst/>
          </a:prstGeom>
          <a:ln w="12700">
            <a:miter lim="400000"/>
          </a:ln>
        </p:spPr>
        <p:txBody>
          <a:bodyPr wrap="none" lIns="91423" tIns="91423" rIns="91423" bIns="91423" anchor="ctr">
            <a:normAutofit fontScale="100000" lnSpcReduction="0"/>
          </a:bodyPr>
          <a:lstStyle>
            <a:lvl1pPr algn="r">
              <a:defRPr sz="1000">
                <a:solidFill>
                  <a:srgbClr val="58585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2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228600" marR="0" indent="-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1pPr>
      <a:lvl2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2pPr>
      <a:lvl3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3pPr>
      <a:lvl4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4pPr>
      <a:lvl5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5pPr>
      <a:lvl6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6pPr>
      <a:lvl7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7pPr>
      <a:lvl8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8pPr>
      <a:lvl9pPr marL="228600" marR="0" indent="1143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585858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EDE4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57;p13"/>
          <p:cNvSpPr txBox="1"/>
          <p:nvPr/>
        </p:nvSpPr>
        <p:spPr>
          <a:xfrm>
            <a:off x="605400" y="4735343"/>
            <a:ext cx="7018800" cy="640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b="1" sz="26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Job Opening for</a:t>
            </a:r>
          </a:p>
        </p:txBody>
      </p:sp>
      <p:sp>
        <p:nvSpPr>
          <p:cNvPr id="112" name="Google Shape;58;p13"/>
          <p:cNvSpPr txBox="1"/>
          <p:nvPr/>
        </p:nvSpPr>
        <p:spPr>
          <a:xfrm>
            <a:off x="468600" y="5525495"/>
            <a:ext cx="7292400" cy="601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sz="24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{{POSITION}}</a:t>
            </a:r>
          </a:p>
        </p:txBody>
      </p:sp>
      <p:sp>
        <p:nvSpPr>
          <p:cNvPr id="113" name="Google Shape;59;p13"/>
          <p:cNvSpPr txBox="1"/>
          <p:nvPr/>
        </p:nvSpPr>
        <p:spPr>
          <a:xfrm>
            <a:off x="605400" y="6600174"/>
            <a:ext cx="7018800" cy="640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b="1" sz="26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Experience Required</a:t>
            </a:r>
          </a:p>
        </p:txBody>
      </p:sp>
      <p:sp>
        <p:nvSpPr>
          <p:cNvPr id="114" name="Google Shape;60;p13"/>
          <p:cNvSpPr txBox="1"/>
          <p:nvPr/>
        </p:nvSpPr>
        <p:spPr>
          <a:xfrm>
            <a:off x="468600" y="7395688"/>
            <a:ext cx="7292400" cy="601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sz="24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{{EXPERIENCE}}</a:t>
            </a:r>
          </a:p>
        </p:txBody>
      </p:sp>
      <p:sp>
        <p:nvSpPr>
          <p:cNvPr id="115" name="Google Shape;61;p13"/>
          <p:cNvSpPr txBox="1"/>
          <p:nvPr/>
        </p:nvSpPr>
        <p:spPr>
          <a:xfrm>
            <a:off x="605400" y="8422246"/>
            <a:ext cx="7018800" cy="640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b="1" sz="26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Skills Required</a:t>
            </a:r>
          </a:p>
        </p:txBody>
      </p:sp>
      <p:sp>
        <p:nvSpPr>
          <p:cNvPr id="116" name="Google Shape;62;p13"/>
          <p:cNvSpPr txBox="1"/>
          <p:nvPr/>
        </p:nvSpPr>
        <p:spPr>
          <a:xfrm>
            <a:off x="468600" y="9215009"/>
            <a:ext cx="7292400" cy="601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sz="24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{{SKILLS}}</a:t>
            </a:r>
          </a:p>
        </p:txBody>
      </p:sp>
      <p:sp>
        <p:nvSpPr>
          <p:cNvPr id="117" name="Google Shape;63;p13"/>
          <p:cNvSpPr txBox="1"/>
          <p:nvPr/>
        </p:nvSpPr>
        <p:spPr>
          <a:xfrm>
            <a:off x="605400" y="10229377"/>
            <a:ext cx="7018800" cy="640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b="1" sz="26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Location</a:t>
            </a:r>
          </a:p>
        </p:txBody>
      </p:sp>
      <p:sp>
        <p:nvSpPr>
          <p:cNvPr id="118" name="Google Shape;64;p13"/>
          <p:cNvSpPr txBox="1"/>
          <p:nvPr/>
        </p:nvSpPr>
        <p:spPr>
          <a:xfrm>
            <a:off x="468650" y="11019638"/>
            <a:ext cx="7292400" cy="601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sz="24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{{LOCATION}}</a:t>
            </a:r>
          </a:p>
        </p:txBody>
      </p:sp>
      <p:sp>
        <p:nvSpPr>
          <p:cNvPr id="119" name="Google Shape;65;p13"/>
          <p:cNvSpPr txBox="1"/>
          <p:nvPr/>
        </p:nvSpPr>
        <p:spPr>
          <a:xfrm>
            <a:off x="605450" y="12093698"/>
            <a:ext cx="7018800" cy="640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b="1" sz="26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Job Type</a:t>
            </a:r>
          </a:p>
        </p:txBody>
      </p:sp>
      <p:sp>
        <p:nvSpPr>
          <p:cNvPr id="120" name="Google Shape;66;p13"/>
          <p:cNvSpPr txBox="1"/>
          <p:nvPr/>
        </p:nvSpPr>
        <p:spPr>
          <a:xfrm>
            <a:off x="468650" y="12906779"/>
            <a:ext cx="7292400" cy="601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3" tIns="91423" rIns="91423" bIns="91423" anchor="ctr">
            <a:spAutoFit/>
          </a:bodyPr>
          <a:lstStyle>
            <a:lvl1pPr algn="ctr">
              <a:lnSpc>
                <a:spcPct val="115000"/>
              </a:lnSpc>
              <a:defRPr sz="24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{{JOB_TYPE}}</a:t>
            </a:r>
          </a:p>
        </p:txBody>
      </p:sp>
      <p:sp>
        <p:nvSpPr>
          <p:cNvPr id="121" name="{{COMPANY_NAME}}"/>
          <p:cNvSpPr txBox="1"/>
          <p:nvPr/>
        </p:nvSpPr>
        <p:spPr>
          <a:xfrm>
            <a:off x="265804" y="2686411"/>
            <a:ext cx="7697993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b="1" sz="3800"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{{COMPANY_NAME}}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