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JN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7812" y="105518"/>
            <a:ext cx="2133601" cy="889004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Box 11"/>
          <p:cNvSpPr txBox="1"/>
          <p:nvPr/>
        </p:nvSpPr>
        <p:spPr>
          <a:xfrm>
            <a:off x="274315" y="135999"/>
            <a:ext cx="9509770" cy="82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i="1" sz="4800">
                <a:ln w="25400" cap="flat">
                  <a:solidFill>
                    <a:srgbClr val="092937"/>
                  </a:solidFill>
                  <a:prstDash val="solid"/>
                  <a:round/>
                </a:ln>
                <a:solidFill>
                  <a:srgbClr val="FFFFFF"/>
                </a:solidFill>
                <a:latin typeface="Lexia Black"/>
                <a:ea typeface="Lexia Black"/>
                <a:cs typeface="Lexia Black"/>
                <a:sym typeface="Lexia Black"/>
              </a:defRPr>
            </a:lvl1pPr>
          </a:lstStyle>
          <a:p>
            <a:pPr/>
            <a:r>
              <a:t>JNN - JOB NEWS NETWORK</a:t>
            </a:r>
          </a:p>
        </p:txBody>
      </p:sp>
      <p:sp>
        <p:nvSpPr>
          <p:cNvPr id="13" name="Picture Placeholder 6"/>
          <p:cNvSpPr/>
          <p:nvPr>
            <p:ph type="pic" idx="21"/>
          </p:nvPr>
        </p:nvSpPr>
        <p:spPr>
          <a:xfrm>
            <a:off x="287856" y="1080207"/>
            <a:ext cx="11616287" cy="554610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8463951" y="6221732"/>
            <a:ext cx="27365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8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9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Text Placeholder 3"/>
          <p:cNvSpPr/>
          <p:nvPr>
            <p:ph type="body" sz="quarter" idx="21"/>
          </p:nvPr>
        </p:nvSpPr>
        <p:spPr>
          <a:xfrm>
            <a:off x="839784" y="2057400"/>
            <a:ext cx="3932247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3" name="Picture Placeholder 2"/>
          <p:cNvSpPr/>
          <p:nvPr>
            <p:ph type="pic" sz="half" idx="21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51" y="6404294"/>
            <a:ext cx="273653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Placeholder 6" descr="Picture Placeholder 6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05" name="Google Shape;67;p14"/>
          <p:cNvSpPr/>
          <p:nvPr/>
        </p:nvSpPr>
        <p:spPr>
          <a:xfrm>
            <a:off x="279755" y="1090595"/>
            <a:ext cx="11632490" cy="55253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6" name="Google Shape;68;p14"/>
          <p:cNvSpPr txBox="1"/>
          <p:nvPr/>
        </p:nvSpPr>
        <p:spPr>
          <a:xfrm>
            <a:off x="713450" y="1374203"/>
            <a:ext cx="10850068" cy="683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4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{{COMPANY_NAME}}</a:t>
            </a:r>
          </a:p>
        </p:txBody>
      </p:sp>
      <p:sp>
        <p:nvSpPr>
          <p:cNvPr id="107" name="Google Shape;69;p14"/>
          <p:cNvSpPr txBox="1"/>
          <p:nvPr/>
        </p:nvSpPr>
        <p:spPr>
          <a:xfrm>
            <a:off x="280152" y="2233672"/>
            <a:ext cx="11631696" cy="313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Job Opening for</a:t>
            </a:r>
          </a:p>
        </p:txBody>
      </p:sp>
      <p:sp>
        <p:nvSpPr>
          <p:cNvPr id="108" name="Google Shape;70;p14"/>
          <p:cNvSpPr txBox="1"/>
          <p:nvPr/>
        </p:nvSpPr>
        <p:spPr>
          <a:xfrm>
            <a:off x="713374" y="2583400"/>
            <a:ext cx="10765251" cy="437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{{POSITION}}</a:t>
            </a:r>
          </a:p>
        </p:txBody>
      </p:sp>
      <p:sp>
        <p:nvSpPr>
          <p:cNvPr id="109" name="Google Shape;71;p14"/>
          <p:cNvSpPr txBox="1"/>
          <p:nvPr/>
        </p:nvSpPr>
        <p:spPr>
          <a:xfrm>
            <a:off x="6093137" y="4763375"/>
            <a:ext cx="5578752" cy="313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Job Type</a:t>
            </a:r>
          </a:p>
        </p:txBody>
      </p:sp>
      <p:sp>
        <p:nvSpPr>
          <p:cNvPr id="110" name="Google Shape;72;p14"/>
          <p:cNvSpPr txBox="1"/>
          <p:nvPr/>
        </p:nvSpPr>
        <p:spPr>
          <a:xfrm>
            <a:off x="6215512" y="5073679"/>
            <a:ext cx="5334003" cy="37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{{JOB_TYPE}}</a:t>
            </a:r>
          </a:p>
        </p:txBody>
      </p:sp>
      <p:sp>
        <p:nvSpPr>
          <p:cNvPr id="111" name="Google Shape;73;p14"/>
          <p:cNvSpPr txBox="1"/>
          <p:nvPr/>
        </p:nvSpPr>
        <p:spPr>
          <a:xfrm>
            <a:off x="2053823" y="5692961"/>
            <a:ext cx="8169321" cy="313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 Apply Visit: {{LINK}}</a:t>
            </a:r>
          </a:p>
        </p:txBody>
      </p:sp>
      <p:sp>
        <p:nvSpPr>
          <p:cNvPr id="112" name="Google Shape;74;p14"/>
          <p:cNvSpPr txBox="1"/>
          <p:nvPr/>
        </p:nvSpPr>
        <p:spPr>
          <a:xfrm>
            <a:off x="660521" y="3404220"/>
            <a:ext cx="5297935" cy="313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Experience Required</a:t>
            </a:r>
          </a:p>
        </p:txBody>
      </p:sp>
      <p:sp>
        <p:nvSpPr>
          <p:cNvPr id="113" name="Google Shape;75;p14"/>
          <p:cNvSpPr txBox="1"/>
          <p:nvPr/>
        </p:nvSpPr>
        <p:spPr>
          <a:xfrm>
            <a:off x="642486" y="3710132"/>
            <a:ext cx="5334005" cy="37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{{EXPERIENCE}}</a:t>
            </a:r>
          </a:p>
        </p:txBody>
      </p:sp>
      <p:sp>
        <p:nvSpPr>
          <p:cNvPr id="114" name="Google Shape;76;p14"/>
          <p:cNvSpPr txBox="1"/>
          <p:nvPr/>
        </p:nvSpPr>
        <p:spPr>
          <a:xfrm>
            <a:off x="6048976" y="3404220"/>
            <a:ext cx="5667070" cy="313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Skills Required</a:t>
            </a:r>
          </a:p>
        </p:txBody>
      </p:sp>
      <p:sp>
        <p:nvSpPr>
          <p:cNvPr id="115" name="Google Shape;77;p14"/>
          <p:cNvSpPr txBox="1"/>
          <p:nvPr/>
        </p:nvSpPr>
        <p:spPr>
          <a:xfrm>
            <a:off x="6215512" y="3710132"/>
            <a:ext cx="5334003" cy="37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{{SKILLS}}</a:t>
            </a:r>
          </a:p>
        </p:txBody>
      </p:sp>
      <p:sp>
        <p:nvSpPr>
          <p:cNvPr id="116" name="Google Shape;78;p14"/>
          <p:cNvSpPr txBox="1"/>
          <p:nvPr/>
        </p:nvSpPr>
        <p:spPr>
          <a:xfrm>
            <a:off x="767236" y="4763375"/>
            <a:ext cx="5084504" cy="313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Location</a:t>
            </a:r>
          </a:p>
        </p:txBody>
      </p:sp>
      <p:sp>
        <p:nvSpPr>
          <p:cNvPr id="117" name="Google Shape;79;p14"/>
          <p:cNvSpPr txBox="1"/>
          <p:nvPr/>
        </p:nvSpPr>
        <p:spPr>
          <a:xfrm>
            <a:off x="642485" y="5072745"/>
            <a:ext cx="5334005" cy="37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{{LOCATION}}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